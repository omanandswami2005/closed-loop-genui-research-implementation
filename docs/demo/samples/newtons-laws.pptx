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slides cover the three laws Isaac Newton published in 1687 in the Principia.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two forces of 10 N act in opposite directions on an object, the resultant force is zero and the forces are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passenger lurches forward when a bus brakes suddenly because their body tends to keep moving at the old velocity. A seat belt supplies the force that changes their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Rearranging gives a = F / m. Doubling the force doubles the acceleration; doubling the mass halves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rocket pushes exhaust gas backwards and the gas pushes the rocket forwards. A swimmer pushes water back and the water pushes the swimmer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terminal velocity the forces are balanced, so by the first law the object keeps a constant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Three Laws of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Physics, forces and motion</a:t>
            </a:r>
          </a:p>
          <a:p>
            <a:r>
              <a:t>How forces change the way objects move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Forces and resultant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force is a push or a pull, measured in newtons (N)</a:t>
            </a:r>
          </a:p>
          <a:p>
            <a:r>
              <a:t>Forces have size and direction, so they are vectors</a:t>
            </a:r>
          </a:p>
          <a:p>
            <a:r>
              <a:t>The resultant force is the single force with the same effect as all forces acting together</a:t>
            </a:r>
          </a:p>
          <a:p>
            <a:r>
              <a:t>Balanced forces: resultant force is 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law: inertia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object stays at rest, or keeps moving at constant velocity, unless a resultant force acts on it</a:t>
            </a:r>
          </a:p>
          <a:p>
            <a:r>
              <a:t>Inertia is the tendency of an object to resist changes to its motion</a:t>
            </a:r>
          </a:p>
          <a:p>
            <a:r>
              <a:t>More mass means more inertia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law: F = m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acceleration of an object is proportional to the resultant force and inversely proportional to its mass</a:t>
            </a:r>
          </a:p>
          <a:p>
            <a:r>
              <a:t>Resultant force (N) = mass (kg) x acceleration (m/s^2)</a:t>
            </a:r>
          </a:p>
          <a:p>
            <a:r>
              <a:t>Example: 2 kg accelerating at 3 m/s^2 needs a resultant force of 6 N</a:t>
            </a:r>
          </a:p>
          <a:p>
            <a:r>
              <a:t>Same force on a larger mass gives a smaller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law: action and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object A exerts a force on object B, B exerts an equal and opposite force on A</a:t>
            </a:r>
          </a:p>
          <a:p>
            <a:r>
              <a:t>The two forces act on different objects, so they do not cancel</a:t>
            </a:r>
          </a:p>
          <a:p>
            <a:r>
              <a:t>The pair are the same type of force (both contact, both gravitational, 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Weight, friction and terminal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 = mass x gravitational field strength (W = m g, g is about 9.8 N/kg on Earth)</a:t>
            </a:r>
          </a:p>
          <a:p>
            <a:r>
              <a:t>Friction and air resistance act against the direction of motion</a:t>
            </a:r>
          </a:p>
          <a:p>
            <a:r>
              <a:t>A falling object speeds up until air resistance equals its weight; it then falls at terminal velocity</a:t>
            </a:r>
          </a:p>
          <a:p>
            <a:r>
              <a:t>Opening a parachute increases air resistance, giving a lower terminal velocity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